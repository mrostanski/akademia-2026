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Amatic SC"/>
      <p:regular r:id="rId38"/>
      <p:bold r:id="rId39"/>
    </p:embeddedFont>
    <p:embeddedFont>
      <p:font typeface="Playfair Display"/>
      <p:regular r:id="rId40"/>
      <p:bold r:id="rId41"/>
      <p:italic r:id="rId42"/>
      <p:boldItalic r:id="rId43"/>
    </p:embeddedFont>
    <p:embeddedFont>
      <p:font typeface="Source Code Pro"/>
      <p:regular r:id="rId44"/>
      <p:bold r:id="rId45"/>
      <p:italic r:id="rId46"/>
      <p:boldItalic r:id="rId47"/>
    </p:embeddedFont>
    <p:embeddedFont>
      <p:font typeface="Merienda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regular.fntdata"/><Relationship Id="rId20" Type="http://schemas.openxmlformats.org/officeDocument/2006/relationships/slide" Target="slides/slide15.xml"/><Relationship Id="rId42" Type="http://schemas.openxmlformats.org/officeDocument/2006/relationships/font" Target="fonts/PlayfairDisplay-italic.fntdata"/><Relationship Id="rId41" Type="http://schemas.openxmlformats.org/officeDocument/2006/relationships/font" Target="fonts/PlayfairDisplay-bold.fntdata"/><Relationship Id="rId22" Type="http://schemas.openxmlformats.org/officeDocument/2006/relationships/slide" Target="slides/slide17.xml"/><Relationship Id="rId44" Type="http://schemas.openxmlformats.org/officeDocument/2006/relationships/font" Target="fonts/SourceCodePro-regular.fntdata"/><Relationship Id="rId21" Type="http://schemas.openxmlformats.org/officeDocument/2006/relationships/slide" Target="slides/slide16.xml"/><Relationship Id="rId43" Type="http://schemas.openxmlformats.org/officeDocument/2006/relationships/font" Target="fonts/PlayfairDisplay-boldItalic.fntdata"/><Relationship Id="rId24" Type="http://schemas.openxmlformats.org/officeDocument/2006/relationships/slide" Target="slides/slide19.xml"/><Relationship Id="rId46" Type="http://schemas.openxmlformats.org/officeDocument/2006/relationships/font" Target="fonts/SourceCodePro-italic.fntdata"/><Relationship Id="rId23" Type="http://schemas.openxmlformats.org/officeDocument/2006/relationships/slide" Target="slides/slide18.xml"/><Relationship Id="rId45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Merienda-bold.fntdata"/><Relationship Id="rId25" Type="http://schemas.openxmlformats.org/officeDocument/2006/relationships/slide" Target="slides/slide20.xml"/><Relationship Id="rId47" Type="http://schemas.openxmlformats.org/officeDocument/2006/relationships/font" Target="fonts/SourceCodePr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maticSC-bold.fntdata"/><Relationship Id="rId16" Type="http://schemas.openxmlformats.org/officeDocument/2006/relationships/slide" Target="slides/slide11.xml"/><Relationship Id="rId38" Type="http://schemas.openxmlformats.org/officeDocument/2006/relationships/font" Target="fonts/AmaticSC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8579545f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8579545ff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8579545f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8579545f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579545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8579545f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579545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579545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8579545f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8579545ff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59039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5903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5381499e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53814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5381499e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5381499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5381499e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753814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5381499e_0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5381499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381499e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75381499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5381499e_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75381499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6f59039d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6f59039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6ce1daeb2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6ce1dae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6ce1daeb2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6ce1dae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6ce1daeb2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6ce1daeb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75381499e_0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75381499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75381499e_0_1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75381499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75381499e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75381499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75381499e_0_1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75381499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75381499e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7538149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75381499e_0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75381499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6ce1daeb2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6ce1daeb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6ce1daeb2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6ce1daeb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75381499e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75381499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75381499e_0_1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7538149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75381499e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75381499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75381499e_0_1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75381499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75381499e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75381499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75381499e_0_1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75381499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8579545f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8579545f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8579545f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8579545f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5Lf1AgtcHC9ZpqRUnZWBJUujdhPLBTYH/view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aX1DaKDPttCyNadogB6x_r8awngjROYg/view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jpg"/><Relationship Id="rId4" Type="http://schemas.openxmlformats.org/officeDocument/2006/relationships/hyperlink" Target="http://drive.google.com/file/d/1yPoGg4n_LnCfDTIaX9ZnLAmfbXlAxlM5/view" TargetMode="External"/><Relationship Id="rId5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0" y="-6020"/>
            <a:ext cx="9144076" cy="5149562"/>
            <a:chOff x="0" y="-152400"/>
            <a:chExt cx="231495600" cy="130368650"/>
          </a:xfrm>
        </p:grpSpPr>
        <p:sp>
          <p:nvSpPr>
            <p:cNvPr id="57" name="Google Shape;57;p13"/>
            <p:cNvSpPr/>
            <p:nvPr/>
          </p:nvSpPr>
          <p:spPr>
            <a:xfrm>
              <a:off x="0" y="0"/>
              <a:ext cx="231495550" cy="130216250"/>
            </a:xfrm>
            <a:custGeom>
              <a:rect b="b" l="l" r="r" t="t"/>
              <a:pathLst>
                <a:path extrusionOk="0" h="130216250" w="231495550">
                  <a:moveTo>
                    <a:pt x="0" y="0"/>
                  </a:moveTo>
                  <a:lnTo>
                    <a:pt x="231495550" y="0"/>
                  </a:lnTo>
                  <a:lnTo>
                    <a:pt x="231495550" y="130216250"/>
                  </a:lnTo>
                  <a:lnTo>
                    <a:pt x="0" y="130216250"/>
                  </a:lnTo>
                  <a:close/>
                </a:path>
              </a:pathLst>
            </a:custGeom>
            <a:gradFill>
              <a:gsLst>
                <a:gs pos="0">
                  <a:srgbClr val="C1F6FF"/>
                </a:gs>
                <a:gs pos="100000">
                  <a:srgbClr val="213A9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</p:sp>
        <p:sp>
          <p:nvSpPr>
            <p:cNvPr id="58" name="Google Shape;58;p13"/>
            <p:cNvSpPr txBox="1"/>
            <p:nvPr/>
          </p:nvSpPr>
          <p:spPr>
            <a:xfrm>
              <a:off x="0" y="-152400"/>
              <a:ext cx="231495600" cy="1303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50" lIns="34250" spcFirstLastPara="1" rIns="34250" wrap="square" tIns="34250">
              <a:noAutofit/>
            </a:bodyPr>
            <a:lstStyle/>
            <a:p>
              <a:pPr indent="0" lvl="0" marL="0" marR="0" rtl="0" algn="ctr">
                <a:lnSpc>
                  <a:spcPct val="52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3"/>
          <p:cNvSpPr/>
          <p:nvPr/>
        </p:nvSpPr>
        <p:spPr>
          <a:xfrm rot="2542193">
            <a:off x="3595671" y="3241012"/>
            <a:ext cx="1938707" cy="1913541"/>
          </a:xfrm>
          <a:custGeom>
            <a:rect b="b" l="l" r="r" t="t"/>
            <a:pathLst>
              <a:path extrusionOk="0" h="3820925" w="3871177">
                <a:moveTo>
                  <a:pt x="0" y="0"/>
                </a:moveTo>
                <a:lnTo>
                  <a:pt x="3871178" y="0"/>
                </a:lnTo>
                <a:lnTo>
                  <a:pt x="3871178" y="3820924"/>
                </a:lnTo>
                <a:lnTo>
                  <a:pt x="0" y="382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13"/>
          <p:cNvSpPr/>
          <p:nvPr/>
        </p:nvSpPr>
        <p:spPr>
          <a:xfrm>
            <a:off x="4672552" y="1122899"/>
            <a:ext cx="935543" cy="1330157"/>
          </a:xfrm>
          <a:custGeom>
            <a:rect b="b" l="l" r="r" t="t"/>
            <a:pathLst>
              <a:path extrusionOk="0" h="2660313" w="1871087">
                <a:moveTo>
                  <a:pt x="0" y="0"/>
                </a:moveTo>
                <a:lnTo>
                  <a:pt x="1871087" y="0"/>
                </a:lnTo>
                <a:lnTo>
                  <a:pt x="1871087" y="2660313"/>
                </a:lnTo>
                <a:lnTo>
                  <a:pt x="0" y="2660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" name="Google Shape;61;p13"/>
          <p:cNvSpPr/>
          <p:nvPr/>
        </p:nvSpPr>
        <p:spPr>
          <a:xfrm rot="516939">
            <a:off x="2852579" y="301713"/>
            <a:ext cx="2055774" cy="1269441"/>
          </a:xfrm>
          <a:custGeom>
            <a:rect b="b" l="l" r="r" t="t"/>
            <a:pathLst>
              <a:path extrusionOk="0" h="2535587" w="4106214">
                <a:moveTo>
                  <a:pt x="0" y="0"/>
                </a:moveTo>
                <a:lnTo>
                  <a:pt x="4106214" y="0"/>
                </a:lnTo>
                <a:lnTo>
                  <a:pt x="4106214" y="2535587"/>
                </a:lnTo>
                <a:lnTo>
                  <a:pt x="0" y="2535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3"/>
          <p:cNvSpPr/>
          <p:nvPr/>
        </p:nvSpPr>
        <p:spPr>
          <a:xfrm>
            <a:off x="4641533" y="2453055"/>
            <a:ext cx="1007593" cy="1330156"/>
          </a:xfrm>
          <a:custGeom>
            <a:rect b="b" l="l" r="r" t="t"/>
            <a:pathLst>
              <a:path extrusionOk="0" h="2660313" w="2015187">
                <a:moveTo>
                  <a:pt x="0" y="0"/>
                </a:moveTo>
                <a:lnTo>
                  <a:pt x="2015187" y="0"/>
                </a:lnTo>
                <a:lnTo>
                  <a:pt x="2015187" y="2660314"/>
                </a:lnTo>
                <a:lnTo>
                  <a:pt x="0" y="266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13"/>
          <p:cNvSpPr/>
          <p:nvPr/>
        </p:nvSpPr>
        <p:spPr>
          <a:xfrm>
            <a:off x="3621746" y="1122899"/>
            <a:ext cx="1019787" cy="1330157"/>
          </a:xfrm>
          <a:custGeom>
            <a:rect b="b" l="l" r="r" t="t"/>
            <a:pathLst>
              <a:path extrusionOk="0" h="2660313" w="2039574">
                <a:moveTo>
                  <a:pt x="0" y="0"/>
                </a:moveTo>
                <a:lnTo>
                  <a:pt x="2039574" y="0"/>
                </a:lnTo>
                <a:lnTo>
                  <a:pt x="2039574" y="2660313"/>
                </a:lnTo>
                <a:lnTo>
                  <a:pt x="0" y="2660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13"/>
          <p:cNvSpPr/>
          <p:nvPr/>
        </p:nvSpPr>
        <p:spPr>
          <a:xfrm>
            <a:off x="3652764" y="2453055"/>
            <a:ext cx="1019787" cy="1330156"/>
          </a:xfrm>
          <a:custGeom>
            <a:rect b="b" l="l" r="r" t="t"/>
            <a:pathLst>
              <a:path extrusionOk="0" h="2660313" w="2039574">
                <a:moveTo>
                  <a:pt x="0" y="0"/>
                </a:moveTo>
                <a:lnTo>
                  <a:pt x="2039574" y="0"/>
                </a:lnTo>
                <a:lnTo>
                  <a:pt x="2039574" y="2660314"/>
                </a:lnTo>
                <a:lnTo>
                  <a:pt x="0" y="266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title="Hymn Polski HQ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725" y="3400"/>
            <a:ext cx="4320550" cy="513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0" y="-6020"/>
            <a:ext cx="9144076" cy="5149562"/>
            <a:chOff x="0" y="-152400"/>
            <a:chExt cx="231495600" cy="13036865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31495550" cy="130216250"/>
            </a:xfrm>
            <a:custGeom>
              <a:rect b="b" l="l" r="r" t="t"/>
              <a:pathLst>
                <a:path extrusionOk="0" h="130216250" w="231495550">
                  <a:moveTo>
                    <a:pt x="0" y="0"/>
                  </a:moveTo>
                  <a:lnTo>
                    <a:pt x="231495550" y="0"/>
                  </a:lnTo>
                  <a:lnTo>
                    <a:pt x="231495550" y="130216250"/>
                  </a:lnTo>
                  <a:lnTo>
                    <a:pt x="0" y="130216250"/>
                  </a:lnTo>
                  <a:close/>
                </a:path>
              </a:pathLst>
            </a:custGeom>
            <a:gradFill>
              <a:gsLst>
                <a:gs pos="0">
                  <a:srgbClr val="C1F6FF"/>
                </a:gs>
                <a:gs pos="100000">
                  <a:srgbClr val="213A9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</p:sp>
        <p:sp>
          <p:nvSpPr>
            <p:cNvPr id="76" name="Google Shape;76;p15"/>
            <p:cNvSpPr txBox="1"/>
            <p:nvPr/>
          </p:nvSpPr>
          <p:spPr>
            <a:xfrm>
              <a:off x="0" y="-152400"/>
              <a:ext cx="231495600" cy="1303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50" lIns="34250" spcFirstLastPara="1" rIns="34250" wrap="square" tIns="34250">
              <a:noAutofit/>
            </a:bodyPr>
            <a:lstStyle/>
            <a:p>
              <a:pPr indent="0" lvl="0" marL="0" marR="0" rtl="0" algn="ctr">
                <a:lnSpc>
                  <a:spcPct val="52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15"/>
          <p:cNvSpPr/>
          <p:nvPr/>
        </p:nvSpPr>
        <p:spPr>
          <a:xfrm>
            <a:off x="1113725" y="2272636"/>
            <a:ext cx="1141393" cy="1184464"/>
          </a:xfrm>
          <a:custGeom>
            <a:rect b="b" l="l" r="r" t="t"/>
            <a:pathLst>
              <a:path extrusionOk="0" h="2368927" w="2282785">
                <a:moveTo>
                  <a:pt x="0" y="0"/>
                </a:moveTo>
                <a:lnTo>
                  <a:pt x="2282784" y="0"/>
                </a:lnTo>
                <a:lnTo>
                  <a:pt x="2282784" y="2368927"/>
                </a:lnTo>
                <a:lnTo>
                  <a:pt x="0" y="2368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15"/>
          <p:cNvSpPr/>
          <p:nvPr/>
        </p:nvSpPr>
        <p:spPr>
          <a:xfrm>
            <a:off x="3880995" y="2954749"/>
            <a:ext cx="691006" cy="717081"/>
          </a:xfrm>
          <a:custGeom>
            <a:rect b="b" l="l" r="r" t="t"/>
            <a:pathLst>
              <a:path extrusionOk="0" h="1434162" w="1382011">
                <a:moveTo>
                  <a:pt x="0" y="0"/>
                </a:moveTo>
                <a:lnTo>
                  <a:pt x="1382011" y="0"/>
                </a:lnTo>
                <a:lnTo>
                  <a:pt x="1382011" y="1434162"/>
                </a:lnTo>
                <a:lnTo>
                  <a:pt x="0" y="1434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p15"/>
          <p:cNvSpPr/>
          <p:nvPr/>
        </p:nvSpPr>
        <p:spPr>
          <a:xfrm>
            <a:off x="2400946" y="3013968"/>
            <a:ext cx="859133" cy="891553"/>
          </a:xfrm>
          <a:custGeom>
            <a:rect b="b" l="l" r="r" t="t"/>
            <a:pathLst>
              <a:path extrusionOk="0" h="1783106" w="1718265">
                <a:moveTo>
                  <a:pt x="0" y="0"/>
                </a:moveTo>
                <a:lnTo>
                  <a:pt x="1718266" y="0"/>
                </a:lnTo>
                <a:lnTo>
                  <a:pt x="1718266" y="1783105"/>
                </a:lnTo>
                <a:lnTo>
                  <a:pt x="0" y="1783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15"/>
          <p:cNvSpPr/>
          <p:nvPr/>
        </p:nvSpPr>
        <p:spPr>
          <a:xfrm rot="3698462">
            <a:off x="4911993" y="2402323"/>
            <a:ext cx="691014" cy="717090"/>
          </a:xfrm>
          <a:custGeom>
            <a:rect b="b" l="l" r="r" t="t"/>
            <a:pathLst>
              <a:path extrusionOk="0" h="1434162" w="1382011">
                <a:moveTo>
                  <a:pt x="0" y="0"/>
                </a:moveTo>
                <a:lnTo>
                  <a:pt x="1382011" y="0"/>
                </a:lnTo>
                <a:lnTo>
                  <a:pt x="1382011" y="1434162"/>
                </a:lnTo>
                <a:lnTo>
                  <a:pt x="0" y="1434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 flipH="1">
            <a:off x="5952596" y="2954749"/>
            <a:ext cx="859132" cy="891553"/>
          </a:xfrm>
          <a:custGeom>
            <a:rect b="b" l="l" r="r" t="t"/>
            <a:pathLst>
              <a:path extrusionOk="0" h="1783106" w="1718265">
                <a:moveTo>
                  <a:pt x="1718266" y="0"/>
                </a:moveTo>
                <a:lnTo>
                  <a:pt x="0" y="0"/>
                </a:lnTo>
                <a:lnTo>
                  <a:pt x="0" y="1783105"/>
                </a:lnTo>
                <a:lnTo>
                  <a:pt x="1718266" y="1783105"/>
                </a:lnTo>
                <a:lnTo>
                  <a:pt x="171826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15"/>
          <p:cNvSpPr/>
          <p:nvPr/>
        </p:nvSpPr>
        <p:spPr>
          <a:xfrm flipH="1">
            <a:off x="6959367" y="2286519"/>
            <a:ext cx="1141393" cy="1184463"/>
          </a:xfrm>
          <a:custGeom>
            <a:rect b="b" l="l" r="r" t="t"/>
            <a:pathLst>
              <a:path extrusionOk="0" h="2368927" w="2282785">
                <a:moveTo>
                  <a:pt x="2282784" y="0"/>
                </a:moveTo>
                <a:lnTo>
                  <a:pt x="0" y="0"/>
                </a:lnTo>
                <a:lnTo>
                  <a:pt x="0" y="2368927"/>
                </a:lnTo>
                <a:lnTo>
                  <a:pt x="2282784" y="2368927"/>
                </a:lnTo>
                <a:lnTo>
                  <a:pt x="228278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15"/>
          <p:cNvSpPr/>
          <p:nvPr/>
        </p:nvSpPr>
        <p:spPr>
          <a:xfrm>
            <a:off x="3219778" y="3846301"/>
            <a:ext cx="2704443" cy="1025435"/>
          </a:xfrm>
          <a:custGeom>
            <a:rect b="b" l="l" r="r" t="t"/>
            <a:pathLst>
              <a:path extrusionOk="0" h="2050869" w="5408885">
                <a:moveTo>
                  <a:pt x="0" y="0"/>
                </a:moveTo>
                <a:lnTo>
                  <a:pt x="5408886" y="0"/>
                </a:lnTo>
                <a:lnTo>
                  <a:pt x="5408886" y="2050869"/>
                </a:lnTo>
                <a:lnTo>
                  <a:pt x="0" y="2050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1082561" y="693745"/>
            <a:ext cx="69789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l" sz="6100" u="none" cap="none" strike="noStrike">
                <a:solidFill>
                  <a:srgbClr val="2E2D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BYŁY PIĘKNE DNI</a:t>
            </a:r>
            <a:endParaRPr sz="7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 title="zyczenia-muzyk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-276225" y="-231462"/>
            <a:ext cx="9829800" cy="5606415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20" l="0" r="0" t="-931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Nasi Absolwenci</a:t>
            </a:r>
            <a:endParaRPr/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2026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poglądy polityczne, włosy na bok,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fryzura, poukładany i poważny</a:t>
            </a:r>
            <a:r>
              <a:rPr lang="pl" sz="1400"/>
              <a:t> </a:t>
            </a:r>
            <a:endParaRPr sz="1400"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poważny chłopak, lubi politykę</a:t>
            </a:r>
            <a:r>
              <a:rPr lang="pl" sz="1400"/>
              <a:t> </a:t>
            </a:r>
            <a:endParaRPr sz="1400"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radny miasta, urzędnik, polityk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Oskar Emmerling</a:t>
            </a:r>
            <a:endParaRPr sz="3600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poglądy polityczne, włosy na bok,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fryzura, poukładany i poważny </a:t>
            </a:r>
            <a:endParaRPr sz="1400"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poważny chłopak, lubi politykę </a:t>
            </a:r>
            <a:endParaRPr sz="1400"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radny miasta, urzędnik, polityk</a:t>
            </a:r>
            <a:endParaRPr sz="1400"/>
          </a:p>
        </p:txBody>
      </p:sp>
      <p:pic>
        <p:nvPicPr>
          <p:cNvPr id="117" name="Google Shape;117;p20" title="oskar.png"/>
          <p:cNvPicPr preferRelativeResize="0"/>
          <p:nvPr/>
        </p:nvPicPr>
        <p:blipFill rotWithShape="1">
          <a:blip r:embed="rId3">
            <a:alphaModFix/>
          </a:blip>
          <a:srcRect b="7883" l="0" r="0" t="7892"/>
          <a:stretch/>
        </p:blipFill>
        <p:spPr>
          <a:xfrm>
            <a:off x="479975" y="655100"/>
            <a:ext cx="3354399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długie pazy, zakręcona, imprezy,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energiczna</a:t>
            </a:r>
            <a:r>
              <a:rPr lang="pl" sz="1400"/>
              <a:t> </a:t>
            </a:r>
            <a:endParaRPr sz="14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mocny charakter, zakręcona</a:t>
            </a:r>
            <a:endParaRPr sz="1400"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mamą, praca w żabce, stylistka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paznokci, sprzedawca, wyjedzie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zarabiać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Alicja Kornacka</a:t>
            </a:r>
            <a:endParaRPr sz="3600"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długie pazy, zakręcona, imprezy,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energiczna </a:t>
            </a:r>
            <a:endParaRPr sz="1400"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mocny charakter, zakręcona</a:t>
            </a:r>
            <a:endParaRPr sz="1400"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mamą, praca w żabce, stylistka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paznokci, sprzedawca, wyjedzie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zarabiać</a:t>
            </a:r>
            <a:endParaRPr sz="1400"/>
          </a:p>
        </p:txBody>
      </p:sp>
      <p:pic>
        <p:nvPicPr>
          <p:cNvPr id="134" name="Google Shape;134;p22" title="ala.png"/>
          <p:cNvPicPr preferRelativeResize="0"/>
          <p:nvPr/>
        </p:nvPicPr>
        <p:blipFill rotWithShape="1">
          <a:blip r:embed="rId3">
            <a:alphaModFix/>
          </a:blip>
          <a:srcRect b="11657" l="0" r="0" t="11650"/>
          <a:stretch/>
        </p:blipFill>
        <p:spPr>
          <a:xfrm>
            <a:off x="479975" y="655100"/>
            <a:ext cx="3354400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kucyk, o pojawiła się w szkole,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nie lubi rano wstawać, czy będzie na matmie, zawsze chętna do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rozkręcania imprez</a:t>
            </a:r>
            <a:r>
              <a:rPr lang="pl" sz="1400"/>
              <a:t> </a:t>
            </a:r>
            <a:endParaRPr sz="1400"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4877475" y="26976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zabawna, crazy</a:t>
            </a:r>
            <a:endParaRPr sz="1400"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 siatkówki, zwykła praca,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rajdowcem, gamer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Karolina Kramek</a:t>
            </a:r>
            <a:endParaRPr sz="3600"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kucyk, o pojawiła się w szkole,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nie lubi rano wstawać, czy będzie na matmie, zawsze chętna do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rozkręcania imprez </a:t>
            </a:r>
            <a:endParaRPr sz="1400"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4877475" y="26976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zabawna, crazy</a:t>
            </a:r>
            <a:endParaRPr sz="1400"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 siatkówki, zwykła praca,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rajdowcem, gamer</a:t>
            </a:r>
            <a:endParaRPr sz="1400"/>
          </a:p>
        </p:txBody>
      </p:sp>
      <p:pic>
        <p:nvPicPr>
          <p:cNvPr id="151" name="Google Shape;151;p24" title="kromka.png"/>
          <p:cNvPicPr preferRelativeResize="0"/>
          <p:nvPr/>
        </p:nvPicPr>
        <p:blipFill rotWithShape="1">
          <a:blip r:embed="rId3">
            <a:alphaModFix/>
          </a:blip>
          <a:srcRect b="7770" l="0" r="0" t="7778"/>
          <a:stretch/>
        </p:blipFill>
        <p:spPr>
          <a:xfrm>
            <a:off x="479975" y="655100"/>
            <a:ext cx="3354400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błyszczyk z nyxa, troskliwa, ogarnia, słodka, pełna energii, uśmiechnięta,uczciwa </a:t>
            </a:r>
            <a:endParaRPr sz="1400"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pomocna, uśmiech, urocza, słodka </a:t>
            </a:r>
            <a:endParaRPr sz="1400"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papierkowa praca,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rehabilitacja 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Aleksandra Bogusławska</a:t>
            </a:r>
            <a:endParaRPr sz="3600"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błyszczyk z nyxa, troskliwa, ogarnia, słodka, pełna energii, uśmiechnięta,uczciwa </a:t>
            </a:r>
            <a:endParaRPr sz="1400"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pomocna, uśmiech, urocza, słodka </a:t>
            </a:r>
            <a:endParaRPr sz="1400"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papierkowa praca,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rehabilitacja </a:t>
            </a:r>
            <a:endParaRPr sz="1400"/>
          </a:p>
        </p:txBody>
      </p:sp>
      <p:pic>
        <p:nvPicPr>
          <p:cNvPr id="168" name="Google Shape;168;p26" title="ola.png"/>
          <p:cNvPicPr preferRelativeResize="0"/>
          <p:nvPr/>
        </p:nvPicPr>
        <p:blipFill rotWithShape="1">
          <a:blip r:embed="rId3">
            <a:alphaModFix/>
          </a:blip>
          <a:srcRect b="7927" l="0" r="0" t="7927"/>
          <a:stretch/>
        </p:blipFill>
        <p:spPr>
          <a:xfrm>
            <a:off x="479975" y="655100"/>
            <a:ext cx="3354400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coś złamane, dorosły, broda,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cichy, pomocny,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ogarnia sprzęt na akademię</a:t>
            </a:r>
            <a:r>
              <a:rPr lang="pl" sz="1400"/>
              <a:t> </a:t>
            </a:r>
            <a:endParaRPr sz="1400"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cichy chłopak, pomocny</a:t>
            </a:r>
            <a:r>
              <a:rPr lang="pl" sz="1400"/>
              <a:t> </a:t>
            </a:r>
            <a:endParaRPr sz="1400"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kurier, biurokrata, polityk</a:t>
            </a:r>
            <a:r>
              <a:rPr lang="pl" sz="1400"/>
              <a:t> 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Krzysztof Czekała</a:t>
            </a:r>
            <a:endParaRPr sz="3600"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coś złamane, dorosły, broda,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cichy, pomocny,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ogarnia sprzęt na akademię </a:t>
            </a:r>
            <a:endParaRPr sz="1400"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cichy chłopak, pomocny </a:t>
            </a:r>
            <a:endParaRPr sz="1400"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kurier, biurokrata, polityk </a:t>
            </a:r>
            <a:endParaRPr sz="1400"/>
          </a:p>
        </p:txBody>
      </p:sp>
      <p:pic>
        <p:nvPicPr>
          <p:cNvPr id="185" name="Google Shape;185;p28" title="krzysiek.png"/>
          <p:cNvPicPr preferRelativeResize="0"/>
          <p:nvPr/>
        </p:nvPicPr>
        <p:blipFill rotWithShape="1">
          <a:blip r:embed="rId3">
            <a:alphaModFix/>
          </a:blip>
          <a:srcRect b="8390" l="0" r="0" t="8381"/>
          <a:stretch/>
        </p:blipFill>
        <p:spPr>
          <a:xfrm>
            <a:off x="479975" y="655100"/>
            <a:ext cx="3354400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cicha, skromna, miła, uśmiechnięta,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radosna, uczciwa</a:t>
            </a:r>
            <a:r>
              <a:rPr lang="pl" sz="1400"/>
              <a:t> </a:t>
            </a:r>
            <a:endParaRPr sz="1400"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skromna, zabawna, spokojna</a:t>
            </a:r>
            <a:endParaRPr sz="1400"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trenerka psów, opiekunka zwierząt,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kosmetyczka, modelka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Jagoda Sitkiewicz</a:t>
            </a:r>
            <a:endParaRPr sz="3600"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cicha, skromna, miła, uśmiechnięta,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radosna, uczciwa </a:t>
            </a:r>
            <a:endParaRPr sz="1400"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skromna, zabawna, spokojna</a:t>
            </a:r>
            <a:endParaRPr sz="1400"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trenerka psów, opiekunka zwierząt,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kosmetyczka, modelka</a:t>
            </a:r>
            <a:endParaRPr sz="1400"/>
          </a:p>
        </p:txBody>
      </p:sp>
      <p:pic>
        <p:nvPicPr>
          <p:cNvPr id="202" name="Google Shape;202;p30" title="jagoda.png"/>
          <p:cNvPicPr preferRelativeResize="0"/>
          <p:nvPr/>
        </p:nvPicPr>
        <p:blipFill rotWithShape="1">
          <a:blip r:embed="rId3">
            <a:alphaModFix/>
          </a:blip>
          <a:srcRect b="7742" l="0" r="0" t="7742"/>
          <a:stretch/>
        </p:blipFill>
        <p:spPr>
          <a:xfrm>
            <a:off x="479975" y="655100"/>
            <a:ext cx="3354399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okulary, treningi, zawsze obecny,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chory a przyszedł, czerwone buty,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ambitny</a:t>
            </a:r>
            <a:r>
              <a:rPr lang="pl" sz="1400"/>
              <a:t> </a:t>
            </a:r>
            <a:endParaRPr sz="1400"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zaangażowany, mądry, pozytywny</a:t>
            </a:r>
            <a:endParaRPr sz="1400"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księgowy, analityk, nauczyciel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matematyki, pływak, bogaty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Kacper Wieczorek</a:t>
            </a:r>
            <a:endParaRPr sz="3600"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okulary, treningi, zawsze obecny,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chory a przyszedł, czerwone buty,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ambitny </a:t>
            </a:r>
            <a:endParaRPr sz="1400"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zaangażowany, mądry, pozytywny</a:t>
            </a:r>
            <a:endParaRPr sz="1400"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księgowy, analityk, nauczyciel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matematyki, pływak, bogaty</a:t>
            </a:r>
            <a:endParaRPr sz="1400"/>
          </a:p>
        </p:txBody>
      </p:sp>
      <p:pic>
        <p:nvPicPr>
          <p:cNvPr id="219" name="Google Shape;219;p32" title="kacper.png"/>
          <p:cNvPicPr preferRelativeResize="0"/>
          <p:nvPr/>
        </p:nvPicPr>
        <p:blipFill rotWithShape="1">
          <a:blip r:embed="rId3">
            <a:alphaModFix/>
          </a:blip>
          <a:srcRect b="8340" l="0" r="0" t="8348"/>
          <a:stretch/>
        </p:blipFill>
        <p:spPr>
          <a:xfrm>
            <a:off x="479975" y="655100"/>
            <a:ext cx="3354400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USA, denerwuje się, zwariowany</a:t>
            </a:r>
            <a:r>
              <a:rPr lang="pl" sz="1400"/>
              <a:t> </a:t>
            </a:r>
            <a:endParaRPr sz="1400"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zwariowany, niby aniołek, ale ...</a:t>
            </a:r>
            <a:endParaRPr sz="1400"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prawnik, manager firmy, właściciel,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pływak, pilot, wysoko postawiona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osoba, dealer samochodowy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Aleksander Ficek</a:t>
            </a:r>
            <a:endParaRPr sz="3600"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USA, denerwuje się, zwariowany </a:t>
            </a:r>
            <a:endParaRPr sz="1400"/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zwariowany, niby aniołek, ale ...</a:t>
            </a:r>
            <a:endParaRPr sz="1400"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prawnik, manager firmy, właściciel,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pływak, pilot, wysoko postawiona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osoba, dealer samochodowy</a:t>
            </a:r>
            <a:endParaRPr sz="1400"/>
          </a:p>
        </p:txBody>
      </p:sp>
      <p:pic>
        <p:nvPicPr>
          <p:cNvPr id="236" name="Google Shape;236;p34" title="ficek.png"/>
          <p:cNvPicPr preferRelativeResize="0"/>
          <p:nvPr/>
        </p:nvPicPr>
        <p:blipFill rotWithShape="1">
          <a:blip r:embed="rId3">
            <a:alphaModFix/>
          </a:blip>
          <a:srcRect b="7381" l="0" r="0" t="7389"/>
          <a:stretch/>
        </p:blipFill>
        <p:spPr>
          <a:xfrm>
            <a:off x="479975" y="655100"/>
            <a:ext cx="3354400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głośny, gadanie o wszystkim,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kombinowanie, wyjątkowy</a:t>
            </a:r>
            <a:r>
              <a:rPr lang="pl" sz="1400"/>
              <a:t> </a:t>
            </a:r>
            <a:endParaRPr sz="1400"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bro na całe życie, wyjątkowy</a:t>
            </a:r>
            <a:r>
              <a:rPr lang="pl" sz="1400"/>
              <a:t> </a:t>
            </a:r>
            <a:endParaRPr sz="1400"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sportowiec, trener, pływania,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 trener personalny</a:t>
            </a:r>
            <a:r>
              <a:rPr lang="pl" sz="1400"/>
              <a:t> 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Filip Dąbrowski</a:t>
            </a:r>
            <a:endParaRPr sz="3600"/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głośny, gadanie o wszystkim,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kombinowanie, wyjątkowy </a:t>
            </a:r>
            <a:endParaRPr sz="1400"/>
          </a:p>
        </p:txBody>
      </p: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bro na całe życie, wyjątkowy </a:t>
            </a:r>
            <a:endParaRPr sz="1400"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sportowiec, trener, pływania,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 trener personalny </a:t>
            </a:r>
            <a:endParaRPr sz="1400"/>
          </a:p>
        </p:txBody>
      </p:sp>
      <p:pic>
        <p:nvPicPr>
          <p:cNvPr id="253" name="Google Shape;253;p36" title="filip.png"/>
          <p:cNvPicPr preferRelativeResize="0"/>
          <p:nvPr/>
        </p:nvPicPr>
        <p:blipFill rotWithShape="1">
          <a:blip r:embed="rId3">
            <a:alphaModFix/>
          </a:blip>
          <a:srcRect b="10883" l="0" r="0" t="10876"/>
          <a:stretch/>
        </p:blipFill>
        <p:spPr>
          <a:xfrm>
            <a:off x="479975" y="655100"/>
            <a:ext cx="3354400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59" name="Google Shape;259;p37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ciemne rzeczy z Nike lub Jordana,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szczery, cichy</a:t>
            </a:r>
            <a:r>
              <a:rPr lang="pl" sz="1400"/>
              <a:t> </a:t>
            </a:r>
            <a:endParaRPr sz="1400"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zabawny, cichy, ale wariat</a:t>
            </a:r>
            <a:endParaRPr sz="1400"/>
          </a:p>
        </p:txBody>
      </p:sp>
      <p:sp>
        <p:nvSpPr>
          <p:cNvPr id="261" name="Google Shape;261;p37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biurokrata, kierowca ciężarówki,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 dealer samochodów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Juliusz Jurkiewicz</a:t>
            </a:r>
            <a:endParaRPr sz="3600"/>
          </a:p>
        </p:txBody>
      </p:sp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ciemne rzeczy z Nike lub Jordana,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szczery, cichy </a:t>
            </a:r>
            <a:endParaRPr sz="1400"/>
          </a:p>
        </p:txBody>
      </p:sp>
      <p:sp>
        <p:nvSpPr>
          <p:cNvPr id="268" name="Google Shape;268;p38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zabawny, cichy, ale wariat</a:t>
            </a:r>
            <a:endParaRPr sz="1400"/>
          </a:p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biurokrata, kierowca ciężarówki,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fizjoterapia, dealer samochodów</a:t>
            </a:r>
            <a:endParaRPr sz="1400"/>
          </a:p>
        </p:txBody>
      </p:sp>
      <p:pic>
        <p:nvPicPr>
          <p:cNvPr id="270" name="Google Shape;270;p38" title="julian.png"/>
          <p:cNvPicPr preferRelativeResize="0"/>
          <p:nvPr/>
        </p:nvPicPr>
        <p:blipFill rotWithShape="1">
          <a:blip r:embed="rId3">
            <a:alphaModFix/>
          </a:blip>
          <a:srcRect b="8075" l="0" r="0" t="8067"/>
          <a:stretch/>
        </p:blipFill>
        <p:spPr>
          <a:xfrm>
            <a:off x="479975" y="655100"/>
            <a:ext cx="3354400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długie włosy, żartuje, tik tok,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uzależnienie od telefonu, energia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otwarta, śmiech</a:t>
            </a:r>
            <a:r>
              <a:rPr lang="pl" sz="1400"/>
              <a:t> </a:t>
            </a:r>
            <a:endParaRPr sz="1400"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4877475" y="26976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zabawna, kochana, z energią</a:t>
            </a:r>
            <a:endParaRPr sz="1400"/>
          </a:p>
        </p:txBody>
      </p:sp>
      <p:sp>
        <p:nvSpPr>
          <p:cNvPr id="278" name="Google Shape;278;p39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influencerka, psycholog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Sara Kubiczek</a:t>
            </a:r>
            <a:endParaRPr sz="3600"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długie włosy, żartuje, tik tok,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uzależnienie od telefonu, energia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otwarta, śmiech </a:t>
            </a:r>
            <a:endParaRPr sz="1400"/>
          </a:p>
        </p:txBody>
      </p:sp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4877475" y="26976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zabawna, kochana, z energią</a:t>
            </a:r>
            <a:endParaRPr sz="1400"/>
          </a:p>
        </p:txBody>
      </p:sp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influencerka, psycholog</a:t>
            </a:r>
            <a:endParaRPr sz="1400"/>
          </a:p>
        </p:txBody>
      </p:sp>
      <p:pic>
        <p:nvPicPr>
          <p:cNvPr id="287" name="Google Shape;287;p40" title="sara.png"/>
          <p:cNvPicPr preferRelativeResize="0"/>
          <p:nvPr/>
        </p:nvPicPr>
        <p:blipFill rotWithShape="1">
          <a:blip r:embed="rId3">
            <a:alphaModFix/>
          </a:blip>
          <a:srcRect b="8306" l="0" r="0" t="8306"/>
          <a:stretch/>
        </p:blipFill>
        <p:spPr>
          <a:xfrm>
            <a:off x="479975" y="655100"/>
            <a:ext cx="3354400" cy="37737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?</a:t>
            </a:r>
            <a:endParaRPr sz="3600"/>
          </a:p>
        </p:txBody>
      </p:sp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siłownia, zdrowo je, pewna siebie,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włosy, zorganizowana, postawi na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swoim</a:t>
            </a:r>
            <a:r>
              <a:rPr lang="pl" sz="1400"/>
              <a:t> </a:t>
            </a:r>
            <a:endParaRPr sz="1400"/>
          </a:p>
        </p:txBody>
      </p:sp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ambitna, silna</a:t>
            </a:r>
            <a:endParaRPr sz="1400"/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 personalny, dietetyk, fit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influencerka</a:t>
            </a:r>
            <a:endParaRPr sz="1400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4877475" y="296900"/>
            <a:ext cx="3981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Olga Półkotycka</a:t>
            </a:r>
            <a:endParaRPr sz="3600"/>
          </a:p>
        </p:txBody>
      </p:sp>
      <p:sp>
        <p:nvSpPr>
          <p:cNvPr id="301" name="Google Shape;301;p42"/>
          <p:cNvSpPr txBox="1"/>
          <p:nvPr>
            <p:ph idx="1" type="body"/>
          </p:nvPr>
        </p:nvSpPr>
        <p:spPr>
          <a:xfrm>
            <a:off x="4877475" y="1275625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Co jest charakterystyczne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siłownia, zdrowo je, pewna siebie,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włosy, zorganizowana, postawi na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swoim </a:t>
            </a:r>
            <a:endParaRPr sz="1400"/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4877475" y="2503527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Pierwsza myśl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ambitna, silna</a:t>
            </a:r>
            <a:endParaRPr sz="1400"/>
          </a:p>
        </p:txBody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4877475" y="3731429"/>
            <a:ext cx="39819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/>
              <a:t>W przyszłości będzie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trener personalny, dietetyk, fit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influencerka</a:t>
            </a:r>
            <a:endParaRPr sz="1400"/>
          </a:p>
        </p:txBody>
      </p:sp>
      <p:pic>
        <p:nvPicPr>
          <p:cNvPr id="304" name="Google Shape;304;p42" title="olga.png"/>
          <p:cNvPicPr preferRelativeResize="0"/>
          <p:nvPr/>
        </p:nvPicPr>
        <p:blipFill rotWithShape="1">
          <a:blip r:embed="rId3">
            <a:alphaModFix/>
          </a:blip>
          <a:srcRect b="8390" l="0" r="0" t="8381"/>
          <a:stretch/>
        </p:blipFill>
        <p:spPr>
          <a:xfrm>
            <a:off x="479975" y="655100"/>
            <a:ext cx="3354399" cy="37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3"/>
          <p:cNvSpPr/>
          <p:nvPr/>
        </p:nvSpPr>
        <p:spPr>
          <a:xfrm>
            <a:off x="0" y="0"/>
            <a:ext cx="9372600" cy="5275745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2" name="Google Shape;312;p43" title="swiadectwa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90625" y="0"/>
            <a:ext cx="990625" cy="9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0" y="0"/>
            <a:ext cx="9372600" cy="5275745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44"/>
          <p:cNvSpPr txBox="1"/>
          <p:nvPr/>
        </p:nvSpPr>
        <p:spPr>
          <a:xfrm>
            <a:off x="4156075" y="2343150"/>
            <a:ext cx="483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4800">
                <a:solidFill>
                  <a:srgbClr val="341A0A"/>
                </a:solidFill>
                <a:latin typeface="Merienda"/>
                <a:ea typeface="Merienda"/>
                <a:cs typeface="Merienda"/>
                <a:sym typeface="Merienda"/>
              </a:rPr>
              <a:t>POWODZENIA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